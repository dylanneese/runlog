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457200"/>
            <a:ext cx="7315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16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</a:t>
            </a:r>
            <a:pPr algn="l" indent="0" marL="0">
              <a:buNone/>
            </a:pPr>
            <a:r>
              <a:rPr lang="en-US" sz="8000" b="1" dirty="0">
                <a:solidFill>
                  <a:srgbClr val="C8F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275 — Spring 2026 Final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Dylan Neese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0" y="34747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Pi-backed running tracker
</a:t>
            </a:r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Plain CSS · nginx · JSON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RunLog?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4864" cy="3108960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8046720" cy="585216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0817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running tracker  </a:t>
            </a:r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React and served from a Raspberry 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48256"/>
            <a:ext cx="8046720" cy="585216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848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a JSON file  </a:t>
            </a:r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Pi using fetch() and displays runs as cards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8046720" cy="585216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61488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Filter, sort, and add runs  </a:t>
            </a:r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without refreshing the page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8046720" cy="585216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38144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test assertions  </a:t>
            </a:r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happy path, non-mutation, and edge cases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8046720" cy="585216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1480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Nike-inspired design  </a:t>
            </a:r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black, volt green, sharp edges — plain CSS only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Mini API — runs.json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206240" cy="3474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
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
</a:t>
            </a:r>
            <a:pPr algn="l" indent="0" marL="0">
              <a:buNone/>
            </a:pPr>
            <a:r>
              <a:rPr lang="en-US" sz="12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1,
</a:t>
            </a:r>
            <a:pPr algn="l" indent="0" marL="0">
              <a:buNone/>
            </a:pPr>
            <a:r>
              <a:rPr lang="en-US" sz="12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"date"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"2026-04-01",
</a:t>
            </a:r>
            <a:pPr algn="l" indent="0" marL="0">
              <a:buNone/>
            </a:pPr>
            <a:r>
              <a:rPr lang="en-US" sz="12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"distance_mi"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3.1,
</a:t>
            </a:r>
            <a:pPr algn="l" indent="0" marL="0">
              <a:buNone/>
            </a:pPr>
            <a:r>
              <a:rPr lang="en-US" sz="12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"duration_min"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28,
</a:t>
            </a:r>
            <a:pPr algn="l" indent="0" marL="0">
              <a:buNone/>
            </a:pPr>
            <a:r>
              <a:rPr lang="en-US" sz="12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"label"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"easy run",
</a:t>
            </a:r>
            <a:pPr algn="l" indent="0" marL="0">
              <a:buNone/>
            </a:pPr>
            <a:r>
              <a:rPr lang="en-US" sz="12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"notes"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"Morning loop"
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3840480" cy="512064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3167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83480" y="15179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0" y="13167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number for each run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847088"/>
            <a:ext cx="3840480" cy="512064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883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0848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0" y="188366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YYYY-MM-DD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414016"/>
            <a:ext cx="3840480" cy="512064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4505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distance_mi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651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24505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— e.g. 3.1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980944"/>
            <a:ext cx="3840480" cy="512064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218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30175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— e.g. 28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547872"/>
            <a:ext cx="3840480" cy="512064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7856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35844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"easy run" / "long run" / "tempo"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4114800"/>
            <a:ext cx="3840480" cy="512064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1513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3525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415137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note (can be blank)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= duration_min ÷ distance_mi  (computed on front-end, not stored)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Components Fit Together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640080"/>
          </a:xfrm>
          <a:prstGeom prst="rect">
            <a:avLst/>
          </a:prstGeom>
          <a:solidFill>
            <a:srgbClr val="1E3A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371600"/>
            <a:ext cx="54864" cy="640080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1444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664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data · owns all state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0" cy="320040"/>
          </a:xfrm>
          <a:prstGeom prst="line">
            <a:avLst/>
          </a:prstGeom>
          <a:noFill/>
          <a:ln w="19050">
            <a:solidFill>
              <a:srgbClr val="C8F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31720"/>
            <a:ext cx="1600200" cy="960120"/>
          </a:xfrm>
          <a:prstGeom prst="rect">
            <a:avLst/>
          </a:prstGeom>
          <a:solidFill>
            <a:srgbClr val="1A2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45720" cy="960120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5860" y="2011680"/>
            <a:ext cx="0" cy="32004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StatsBar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miles,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time, pace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2331720"/>
            <a:ext cx="1600200" cy="960120"/>
          </a:xfrm>
          <a:prstGeom prst="rect">
            <a:avLst/>
          </a:prstGeom>
          <a:solidFill>
            <a:srgbClr val="1A1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2331720"/>
            <a:ext cx="45720" cy="9601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48940" y="2011680"/>
            <a:ext cx="0" cy="32004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buttons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sort dropdown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2331720"/>
            <a:ext cx="1600200" cy="960120"/>
          </a:xfrm>
          <a:prstGeom prst="rect">
            <a:avLst/>
          </a:prstGeom>
          <a:solidFill>
            <a:srgbClr val="2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2331720"/>
            <a:ext cx="45720" cy="960120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2020" y="2011680"/>
            <a:ext cx="0" cy="32004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RunCard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0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run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15000" y="2331720"/>
            <a:ext cx="1600200" cy="960120"/>
          </a:xfrm>
          <a:prstGeom prst="rect">
            <a:avLst/>
          </a:prstGeom>
          <a:solidFill>
            <a:srgbClr val="1A202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2331720"/>
            <a:ext cx="4572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5100" y="2011680"/>
            <a:ext cx="0" cy="32004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AddRunForm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run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2331720"/>
            <a:ext cx="1600200" cy="960120"/>
          </a:xfrm>
          <a:prstGeom prst="rect">
            <a:avLst/>
          </a:prstGeom>
          <a:solidFill>
            <a:srgbClr val="201A2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2331720"/>
            <a:ext cx="45720" cy="960120"/>
          </a:xfrm>
          <a:prstGeom prst="rect">
            <a:avLst/>
          </a:prstGeom>
          <a:solidFill>
            <a:srgbClr val="AA88FF"/>
          </a:solidFill>
          <a:ln w="12700">
            <a:solidFill>
              <a:srgbClr val="AA8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8180" y="2011680"/>
            <a:ext cx="0" cy="32004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TestPanel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3520440"/>
            <a:ext cx="2743200" cy="594360"/>
          </a:xfrm>
          <a:prstGeom prst="rect">
            <a:avLst/>
          </a:prstGeom>
          <a:solidFill>
            <a:srgbClr val="20202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566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utils.js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37560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math functions: computePace · filterByLabel · sortRuns · isValidRun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 — 1/5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App.jsx — The Brain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846320" cy="3657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Fetch data once on page load
</a:t>
            </a:r>
            <a:pPr algn="l" indent="0" marL="0">
              <a:buNone/>
            </a:pPr>
            <a:r>
              <a:rPr lang="en-US" sz="11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('/api/runs.json')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.then(res =&gt; res.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.then(data =&gt;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setAllRuns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(data));
}, []);
</a:t>
            </a:r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Derive filtered list (never mutates allRuns)
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buNone/>
            </a:pPr>
            <a:r>
              <a:rPr lang="en-US" sz="11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filtered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1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sortRuns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filterByLabel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(allRuns, activeFilter),
  sortKey
);
</a:t>
            </a:r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State
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buNone/>
            </a:pPr>
            <a:r>
              <a:rPr lang="en-US" sz="11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[allRuns, setAllRuns]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useState([]);
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buNone/>
            </a:pPr>
            <a:r>
              <a:rPr lang="en-US" sz="11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[activeFilter, setActiveFilter]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useState('all');
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buNone/>
            </a:pPr>
            <a:r>
              <a:rPr lang="en-US" sz="11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[sortKey, setSortKey]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useState('date_desc');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4747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1234440"/>
            <a:ext cx="45720" cy="804672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4996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ONCE when the page loads. The empty [] at the end is what tells React to only run it once.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2148840"/>
            <a:ext cx="34747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148840"/>
            <a:ext cx="45720" cy="804672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21854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23560" y="24140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the Pi for the runs.json file. Works like knocking on a door and asking for something.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3063240"/>
            <a:ext cx="34747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063240"/>
            <a:ext cx="45720" cy="804672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3099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allRuns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33284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data. Never changed directly. Everything filters/sorts from a copy.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3977640"/>
            <a:ext cx="34747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3977640"/>
            <a:ext cx="45720" cy="804672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4014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23560" y="42428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computed list every time the filter or sort changes. React rerenders the cards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 — 2/5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utils.js — Pure Helper Functions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functions have NO side effects. They take inputs, return outputs, and never touch the screen or change anything outside themselves.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74980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45720" cy="749808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computePace(duration, distance)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duration_min / distance_mi;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71907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Divides time by distance to get pace. Returns null if either value is missing or zero so the app never crashes.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74980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45720" cy="749808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filterByLabel(runs, label)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7614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runs.filter(r =&gt; r.label === label);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54203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 NEW array with only matching runs. The original runs array is never changed.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74980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91840"/>
            <a:ext cx="45720" cy="749808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7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sortRuns(runs, key)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5844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copy = [...runs]; copy.sort(...); return copy;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36499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 runs into a copy first, then sorts the copy. The original order of runs is always preserved.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74980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14800"/>
            <a:ext cx="45720" cy="749808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60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isValidRun(run)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4074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run.id === 'number' &amp;&amp; typeof run.label === 'string'...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418795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that a run object has all 5 required fields with the right types. Used in the tests.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 — 3/5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RunCard.jsx + FilterBar.jsx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5661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5720" cy="3566160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RunCard.jsx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3840480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0992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000" dirty="0">
                <a:solidFill>
                  <a:srgbClr val="FF4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RunCard</a:t>
            </a:r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run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pace =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computePace</a:t>
            </a:r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run.duration_min,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run.distance_mi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one run as a prop
</a:t>
            </a:r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pace locally using computePace()
</a:t>
            </a:r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date, distance, duration, pace, notes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back to '—' if any field is missing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80160"/>
            <a:ext cx="45720" cy="3566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FilterBar.jsx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645920"/>
            <a:ext cx="3840480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70992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internal state!
</a:t>
            </a:r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000" dirty="0">
                <a:solidFill>
                  <a:srgbClr val="5B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FilterBar</a:t>
            </a:r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activeFilter,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onFilter, onSort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onClick={() =&gt;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onFilter</a:t>
            </a:r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(f.key)}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1089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component
</a:t>
            </a:r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NO memory of its own
</a:t>
            </a:r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click a button it calls onFilter() which is a function passed down from App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is what actually remembers the active filter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 — 4/5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Assertions — Tests 1 to 4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45720" cy="804672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4416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F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624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allRuns.length &gt;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36245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that the fetch returned real data and not an empty array.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389888"/>
            <a:ext cx="0" cy="621792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94560"/>
            <a:ext cx="82296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94560"/>
            <a:ext cx="45720" cy="804672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4028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F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2585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5840" y="24505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run passes isValidRun()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2585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every run object has all 5 required fields with the correct types.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2286000"/>
            <a:ext cx="0" cy="621792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90672"/>
            <a:ext cx="82296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90672"/>
            <a:ext cx="45720" cy="804672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1363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F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05840" y="31546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3346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computePace() returns a positive number for every run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1546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pace calculation gives a valid positive number for every run in the dataset.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182112"/>
            <a:ext cx="0" cy="621792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86784"/>
            <a:ext cx="82296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86784"/>
            <a:ext cx="45720" cy="80467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0325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40507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COUNT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05840" y="4242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 card count equals filtered.length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405079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actual cards on screen and confirms React rendered exactly one per filtered run — no extras, none missing.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43400" y="4078224"/>
            <a:ext cx="0" cy="621792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 — 4/5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Assertions — Tests 5 to 8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45720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4416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624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NON-MUTATION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allRuns unchanged after filterByLabel()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36245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allRuns as a string before and after filtering — if filter() mutated the original array the strings would not match.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389888"/>
            <a:ext cx="0" cy="621792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94560"/>
            <a:ext cx="82296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94560"/>
            <a:ext cx="45720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4028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2585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NON-MUTATION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5840" y="24505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allRuns unchanged after sortRuns()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2585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snapshot trick for sorting — proves sortRuns() returns a copy and never reorders the original array.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2286000"/>
            <a:ext cx="0" cy="621792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90672"/>
            <a:ext cx="82296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90672"/>
            <a:ext cx="45720" cy="804672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1363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05840" y="3154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3346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filterByLabel(runs, "__nope__") returns []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1546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by a made-up label and confirms the app returns an empty array instead of crashing.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182112"/>
            <a:ext cx="0" cy="621792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86784"/>
            <a:ext cx="82296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86784"/>
            <a:ext cx="45720" cy="804672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0325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40507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05840" y="4242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isValidRun(run missing label) returns false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405079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 a run missing its label field to isValidRun() and confirms it correctly returns false.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43400" y="4078224"/>
            <a:ext cx="0" cy="621792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 — 5/5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styles.css — Nike-Inspired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solidFill>
            <a:srgbClr val="1A12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grey + amber/orange accent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474720" cy="1280160"/>
          </a:xfrm>
          <a:prstGeom prst="rect">
            <a:avLst/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54864" cy="1280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1,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RUN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Muddy. Hard to read.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like every other dark app.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926080"/>
            <a:ext cx="457200" cy="0"/>
          </a:xfrm>
          <a:prstGeom prst="line">
            <a:avLst/>
          </a:prstGeom>
          <a:noFill/>
          <a:ln w="25400">
            <a:solidFill>
              <a:srgbClr val="C8F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3840480" cy="34747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280160"/>
            <a:ext cx="3840480" cy="54864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709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black + Nike Volt green (#C8F500)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057400"/>
            <a:ext cx="347472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2057400"/>
            <a:ext cx="54864" cy="1280160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130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1,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49440" y="2103120"/>
            <a:ext cx="1463040" cy="201168"/>
          </a:xfrm>
          <a:prstGeom prst="rect">
            <a:avLst/>
          </a:prstGeom>
          <a:solidFill>
            <a:srgbClr val="C8F500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RUN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95160" y="2103120"/>
            <a:ext cx="1280160" cy="201168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103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EASY RUN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66360" y="23500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166360" y="2761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340156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Bebas Neue / Inter fonts
</a:t>
            </a:r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border-radius: 0  (sharp edges)
</a:t>
            </a:r>
            <a:pPr indent="0" marL="0">
              <a:buNone/>
            </a:pPr>
            <a:r>
              <a:rPr lang="en-US" sz="110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Nike app directly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 Used the LLM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35661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697480" cy="54864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asked for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Planning: break the project into 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propose console.assert tests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1272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Debugging: review my TestPanel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37856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Design: help redesign the color palette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1325880"/>
            <a:ext cx="2697480" cy="35661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325880"/>
            <a:ext cx="2697480" cy="5486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kept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65576" y="1810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component 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65576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JSON.stringify non-mutation trick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65576" y="31272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my async/await bug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65576" y="37856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high-contrast athletic palette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54496" y="1325880"/>
            <a:ext cx="2697480" cy="35661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4496" y="1325880"/>
            <a:ext cx="2697480" cy="54864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cut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64224" y="1810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useReducer (too complex to explain)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64224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useRunData hook (unnecessary)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64224" y="31272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PaceChart (not in rubric)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4224" y="37856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(rubric says toggle, not persist)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goal: use the LLM as a tool, not a shortcut. Every decision was mine.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QUESTIONS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Would Break If the API Changed?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someone renamed distance_mi to miles in runs.json...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1A00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45720" cy="685800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28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RunCard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run.distance_mi would be undefined → shows '—' instead of a number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1A00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68880"/>
            <a:ext cx="45720" cy="685800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05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computePace()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770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is undefined → returns null → pace shows '—'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1A00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45720" cy="685800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82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isValidRun() 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547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for distance_mi specifically → test 2 would FAIL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1A00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23360"/>
            <a:ext cx="45720" cy="685800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StatsBar totals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325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totalMiles would be NaN → stats bar shows wrong numbers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the API shape is documented and the tests check field names exactly.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274320"/>
            <a:ext cx="10058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16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DONE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</a:t>
            </a:r>
            <a:pPr algn="l" indent="0" marL="0">
              <a:buNone/>
            </a:pPr>
            <a:r>
              <a:rPr lang="en-US" sz="6400" b="1" dirty="0">
                <a:solidFill>
                  <a:srgbClr val="C8F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" cy="594360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Pi-backed JSON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653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runs.json served by nginx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5720" cy="5943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front-end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15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· filter · sort · add runs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45720" cy="594360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tests passing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364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· non-mutation · edge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Nike-inspired CSS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CSS, no frameworks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C8F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F500"/>
          </a:solidFill>
          <a:ln w="12700">
            <a:solidFill>
              <a:srgbClr val="C8F5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RunLog — CS 275 Final Project</dc:title>
  <dc:subject>PptxGenJS Presentation</dc:subject>
  <dc:creator>PptxGenJS</dc:creator>
  <cp:lastModifiedBy>PptxGenJS</cp:lastModifiedBy>
  <cp:revision>1</cp:revision>
  <dcterms:created xsi:type="dcterms:W3CDTF">2026-04-28T12:24:39Z</dcterms:created>
  <dcterms:modified xsi:type="dcterms:W3CDTF">2026-04-28T12:24:39Z</dcterms:modified>
</cp:coreProperties>
</file>